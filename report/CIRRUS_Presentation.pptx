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BE123C"/>
                </a:solidFill>
                <a:latin typeface="Calibri"/>
              </a:rPr>
              <a:t>CIRRUS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11111"/>
                </a:solidFill>
                <a:latin typeface="Calibri"/>
              </a:rPr>
              <a:t>Smart Multi-Cloud Storage Pooling and Compression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600" b="0" i="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Problem and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•  The Problem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Free cloud storage is small and scattered, for example 15 GB on Drive and 2 GB on Dropbox.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Users hold several accounts but cannot use the free space as one pool.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No simple consumer tool unifies these free allocations.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•  Our Solution: CIRRUS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Connect many free accounts and treat them as one combined storage box.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Compress every file, then auto-route it to the cloud with the most free space.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Organize everything in one virtual folder tree, regardless of which cloud holds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•  Three tier design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Frontend: React and Vite, hosted on Vercel.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Backend: Python FastAPI, hosted on Amazon Web Services.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Database: managed PostgreSQL on Supabase (metadata and encrypted tokens only).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Storage: files live on the user's Google Drive and Dropbox.</a:t>
            </a:r>
          </a:p>
          <a:p>
            <a:pPr>
              <a:spcAft>
                <a:spcPts val="1000"/>
              </a:spcAft>
            </a:pPr>
            <a:r>
              <a:rPr sz="1900" b="1" i="0">
                <a:solidFill>
                  <a:srgbClr val="111111"/>
                </a:solidFill>
                <a:latin typeface="Calibri"/>
              </a:rPr>
              <a:t>•  Data flow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Browser sends file to backend, backend compresses it, picks the emptiest cloud, uploads, and records metadata.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Storage pooling: combined free space shown as one box.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Compression and smart routing of every upload.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Virtual folders and bulk multi-file upload.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Secure sign in with encrypted cloud credentials.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Live dashboard with usage, savings, and activity log.</a:t>
            </a:r>
          </a:p>
        </p:txBody>
      </p:sp>
      <p:pic>
        <p:nvPicPr>
          <p:cNvPr id="5" name="Picture 4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577840" cy="3691217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The Platform in Action</a:t>
            </a:r>
          </a:p>
        </p:txBody>
      </p:sp>
      <p:pic>
        <p:nvPicPr>
          <p:cNvPr id="4" name="Picture 3" descr="04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577840" cy="3691217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pic>
        <p:nvPicPr>
          <p:cNvPr id="5" name="Picture 4" descr="05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577840" cy="3691217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63550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Connecting clouds (left) and the folder based file manager with bulk upload (right).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Team Contributions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Member 1: Backend core, database schema, compression and routing engine.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Member 2: Authentication, password hashing, credential encryption, audit logs.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Member 3: Google Drive and Dropbox integration and token handling.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Member 4: React interface, red and white design, and full deployment.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•  Conclusion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 CIRRUS turns scattered free storage into one secure, compressed, and easy to use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351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Sanan Khan</cp:lastModifiedBy>
  <cp:revision>2</cp:revision>
  <dcterms:created xsi:type="dcterms:W3CDTF">2013-01-27T09:14:16Z</dcterms:created>
  <dcterms:modified xsi:type="dcterms:W3CDTF">2026-06-19T07:35:54Z</dcterms:modified>
  <cp:category/>
</cp:coreProperties>
</file>